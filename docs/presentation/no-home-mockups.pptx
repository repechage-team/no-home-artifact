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proble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requi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ai-in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-milesto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-te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-compet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2-differenti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1-required-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2-se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3-memb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4-ai-assist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5-verific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2-st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1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2-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1-toolcal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2-cap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3-memo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4-perform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5-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1-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1-troubleshoot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2-ret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3-clos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